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INFUSE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Next-Generation Healthcare &amp; Security Solutions</a:t>
            </a:r>
            <a:br/>
            <a:r>
              <a:t>For the Modern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Infuse is a unified platform delivering AI-powered Healthcare (HealthTrack Pro) and Cybersecurity (SecureSphere) solutions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Designed for multi-tenant, enterprise-scale deployments with 99.99% uptime SLA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8 proprietary AI agents for intelligent automation and threat detection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Telco-grade vRAN security with mandatory self-protection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Proven ROI: 40% reduction in operational costs, 60% faster threat response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Trusted by healthcare providers and enterprises across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 Your Organization 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Healthcare: Fragmented patient data, inefficient workflows, compliance risks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Security: Sophisticated cyber threats, GSM/telecom fraud, IoT vulnerabilities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Operations: High costs, manual processes, lack of real-time insights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Compliance: HIPAA, GDPR, PCI-DSS, and industry regulations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Scale: Need for solutions that grow with your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Infuse Platform: Two Powerful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🏥 HealthTrack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Complete patient management system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Electronic Health Records (EHR)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AI-powered diagnostics &amp; insights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Lab reports with AI analysis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Prescription management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Appointment scheduling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Billing &amp; revenue tracking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ABDM/ABHA integration (India)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A86B"/>
                </a:solidFill>
              </a:defRPr>
            </a:pPr>
            <a:r>
              <a:t>🛡️ SecureSphere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Enterprise-grade security platform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Network device monitoring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AI threat detection (99.8% accuracy)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GSM fraud prevention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SIM swap protection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IoT security for connected devices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Automotive security (NFC, CAN-bus)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Unified vRAN with 6 segments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 AI Agents Powering Intelligent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SUPPORT AGENTS (Customer-Facing):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1. HealthBot - Healthcare support, symptom analysis, appointment help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2. SecureGuard - Threat response, incident management, security audits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3. TelcoAdvisor - Telecom fraud prevention, SIM swap detection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4. EnterpriseHelper - Customer onboarding, billing, technical support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LEARNING AGENTS (Backend Intelligence):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5. ThreatLearner - Learns attack patterns, improves detection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6. FraudDetector - Learns fraud patterns across GSM, phishing, financial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7. BehaviorAnalyzer - User behavior analysis, anomaly detection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8. AnomalyHunter - System-wide monitoring, predictive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011680" cy="16459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99.8%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51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Threat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645920"/>
            <a:ext cx="2011680" cy="16459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9202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651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Security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2011680" cy="1645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&lt;1s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Response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645920"/>
            <a:ext cx="2011680" cy="164592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99.99%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51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Uptime SLA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657600"/>
            <a:ext cx="2011680" cy="16459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663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Cost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657600"/>
            <a:ext cx="2011680" cy="16459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931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663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Faster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657600"/>
            <a:ext cx="2011680" cy="1645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657600"/>
            <a:ext cx="2011680" cy="164592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31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63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vRAN Segments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SecureSphere: Telco-Grade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Unified vRAN System with 6 Protected Segments: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Telco - MSISDN, IMSI, APN protection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Mobile - Device ID, IMEI monitoring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Enterprise - IP ranges, domain security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Automotive - VIN, eSIM, telematics protection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White Goods (IoT) - Smart device security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CCTV - Camera and stream protection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Self-Protection Policy: MANDATORY (Cannot be disabled)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DDoS mitigation, intrusion detection, auto-healing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Rate limiting, automatic threat blocking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Financial Impact (CFO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Cost Savings: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40% reduction in security incident costs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35% reduction in manual administrative tasks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25% reduction in compliance audit preparation time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Revenue Enhancement: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Faster patient throughput with streamlined workflows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Reduced fraud losses (avg. ₹2Cr+ annual savings for enterprises)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Premium security features enable higher service pricing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Investment Protection: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Flexible SaaS and PaaS pricing models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Pay-as-you-grow with no upfront infrastructure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Architecture (CIO/CTO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Modern Cloud-Native Architecture: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Microservices-based, containerized deployment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Multi-tenant with data isolation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RESTful APIs for seamless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Real-time analytics and dashboards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Integration Capabilities: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ABDM/ABHA for healthcare interoperability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SSO/SAML integration for enterprise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Webhook support for custom workflows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Mobile SDKs for iOS and Android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AI/ML Infrastructure: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8 specialized AI agents with continuous learning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&lt;10MB memory footprint per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Posture (CSO/CISO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Compliance &amp; Certifications: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HIPAA compliant healthcare data handling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GDPR ready with data privacy controls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SOC 2 Type II audit ready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Security Features: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AES-256-GCM encryption at rest and in transit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Zero-trust architecture with RBAC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Real-time threat monitoring with AI detection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Automated incident response playbooks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Complete audit logging and forensics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SecureSphere Protection: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Mandatory self-protection that cannot be disabled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6-segment vRAN coverage for comprehensive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Flexible Pricing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💼 SaaS (Per User)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Individual Basic: $9.99/month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Individual Pro: $24.99/month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Individual Premium: $49.99/month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Ideal for: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• Small clinics &amp; practices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• Individual security monitoring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• Startups and SMBs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A86B"/>
                </a:solidFill>
              </a:defRPr>
            </a:pPr>
            <a:r>
              <a:t>🏢 PaaS (Enterprise)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Enterprise 50: Custom pricing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Enterprise 100: Custom pricing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Enterprise 500+: Volume discounts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Telco Operator: $99,999/year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Includes: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• Dedicated support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• Custom integrations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• SLA guarantees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Customer 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🏥 Leading Hospital Chain (500+ beds):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45% improvement in patient data accessibility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30% reduction in administrative overhead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📡 Tier-1 Telecom Operator: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Blocked 2M+ fraud attempts in first year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99.7% SIM swap attack prevention rate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🏢 Fortune 500 Enterprise: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Zero security breaches since implementation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50% faster incident response time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"Infuse has transformed our security posture" - CISO, Major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Week 1-2: Discovery &amp; Planning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Requirements gathering, architecture review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Week 3-4: Deployment &amp; Configuration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Cloud setup, security policies, integrations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Week 5-6: Training &amp; UAT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User training, acceptance testing, go-live prep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Week 7+: Go-Live &amp; Support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   • Production deployment, 24/7 support activation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• Dedicated Customer Success Manager throughout the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91440" cy="5029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Your Organization?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Contact us for a personalized demo</a:t>
            </a:r>
            <a:br/>
            <a:br/>
            <a:r>
              <a:t>sales@infuse.nt.in | +91-XXXX-XXXXXX</a:t>
            </a:r>
            <a:br/>
            <a:r>
              <a:t>www.infuse.nt.in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66CC"/>
                </a:solidFill>
              </a:defRPr>
            </a:pPr>
            <a:r>
              <a:t>Infuse - Powering the Future of Healthcare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Confidential |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